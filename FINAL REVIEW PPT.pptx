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handoutMasterIdLst>
    <p:handoutMasterId r:id="rId18"/>
  </p:handoutMasterIdLst>
  <p:sldIdLst>
    <p:sldId id="256" r:id="rId2"/>
    <p:sldId id="259" r:id="rId3"/>
    <p:sldId id="327" r:id="rId4"/>
    <p:sldId id="333" r:id="rId5"/>
    <p:sldId id="350" r:id="rId6"/>
    <p:sldId id="351" r:id="rId7"/>
    <p:sldId id="328" r:id="rId8"/>
    <p:sldId id="329" r:id="rId9"/>
    <p:sldId id="335" r:id="rId10"/>
    <p:sldId id="330" r:id="rId11"/>
    <p:sldId id="345" r:id="rId12"/>
    <p:sldId id="346" r:id="rId13"/>
    <p:sldId id="352" r:id="rId14"/>
    <p:sldId id="349" r:id="rId15"/>
    <p:sldId id="326" r:id="rId1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53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p:cViewPr>
        <p:scale>
          <a:sx n="75" d="100"/>
          <a:sy n="75" d="100"/>
        </p:scale>
        <p:origin x="1690"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49C0CB-3077-4A2C-A263-34908B18F1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F70FDBD4-CECE-4489-86D6-D12748BF192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18AD1CAA-8E5C-49F6-8938-72360B2BE9BA}" type="datetimeFigureOut">
              <a:rPr lang="en-US"/>
              <a:pPr>
                <a:defRPr/>
              </a:pPr>
              <a:t>6/15/2026</a:t>
            </a:fld>
            <a:endParaRPr lang="en-US"/>
          </a:p>
        </p:txBody>
      </p:sp>
      <p:sp>
        <p:nvSpPr>
          <p:cNvPr id="4" name="Footer Placeholder 3">
            <a:extLst>
              <a:ext uri="{FF2B5EF4-FFF2-40B4-BE49-F238E27FC236}">
                <a16:creationId xmlns:a16="http://schemas.microsoft.com/office/drawing/2014/main" id="{EBAF0860-EA4C-470F-953E-A330E0ABA9D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46CD5A3C-3604-4181-BB10-EF1F20AB415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5D8934D-CC79-41E4-84A0-8E210C28D03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1F8ED2-BED6-42C2-80BF-D0DDEF1BB6B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E0A5090-DDE5-4846-93BE-A1655C2571B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94D85942-DFC5-4B20-B5C9-CCE8F5D93199}" type="datetimeFigureOut">
              <a:rPr lang="en-US"/>
              <a:pPr>
                <a:defRPr/>
              </a:pPr>
              <a:t>6/15/2026</a:t>
            </a:fld>
            <a:endParaRPr lang="en-US"/>
          </a:p>
        </p:txBody>
      </p:sp>
      <p:sp>
        <p:nvSpPr>
          <p:cNvPr id="4" name="Slide Image Placeholder 3">
            <a:extLst>
              <a:ext uri="{FF2B5EF4-FFF2-40B4-BE49-F238E27FC236}">
                <a16:creationId xmlns:a16="http://schemas.microsoft.com/office/drawing/2014/main" id="{B4DCBBA6-3CFE-454C-915B-2F557CCB50C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FA9522D-261C-456E-9909-C0D312DD7BC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68F42A2-8DE7-4D71-92CA-346712661A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5F32067-15CE-4CFC-88B9-89B3A0F219E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6A9F5FE-36A4-49E1-AC13-A222A2289585}"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7840EE95-7363-4926-B290-3A8210046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63985331-A8BE-46A9-BEEC-B969CF2C8C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464F66CD-1804-40B2-A3A3-A8D525DB9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E71682-A2E8-46DE-A7B3-20F0B3AD6C26}"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4</a:t>
            </a:fld>
            <a:endParaRPr lang="en-US" altLang="en-US"/>
          </a:p>
        </p:txBody>
      </p:sp>
    </p:spTree>
    <p:extLst>
      <p:ext uri="{BB962C8B-B14F-4D97-AF65-F5344CB8AC3E}">
        <p14:creationId xmlns:p14="http://schemas.microsoft.com/office/powerpoint/2010/main" val="3555533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5</a:t>
            </a:fld>
            <a:endParaRPr lang="en-US" altLang="en-US"/>
          </a:p>
        </p:txBody>
      </p:sp>
    </p:spTree>
    <p:extLst>
      <p:ext uri="{BB962C8B-B14F-4D97-AF65-F5344CB8AC3E}">
        <p14:creationId xmlns:p14="http://schemas.microsoft.com/office/powerpoint/2010/main" val="2229678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6</a:t>
            </a:fld>
            <a:endParaRPr lang="en-US" altLang="en-US"/>
          </a:p>
        </p:txBody>
      </p:sp>
    </p:spTree>
    <p:extLst>
      <p:ext uri="{BB962C8B-B14F-4D97-AF65-F5344CB8AC3E}">
        <p14:creationId xmlns:p14="http://schemas.microsoft.com/office/powerpoint/2010/main" val="610534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780920D-B6AE-44B7-A614-3E19FD85E578}"/>
              </a:ext>
            </a:extLst>
          </p:cNvPr>
          <p:cNvSpPr>
            <a:spLocks noGrp="1"/>
          </p:cNvSpPr>
          <p:nvPr>
            <p:ph type="dt" sz="half" idx="10"/>
          </p:nvPr>
        </p:nvSpPr>
        <p:spPr/>
        <p:txBody>
          <a:bodyPr/>
          <a:lstStyle>
            <a:lvl1pPr>
              <a:defRPr/>
            </a:lvl1pPr>
          </a:lstStyle>
          <a:p>
            <a:pPr>
              <a:defRPr/>
            </a:pPr>
            <a:fld id="{2685013B-3371-48FC-9407-F92BD42A5CA9}" type="datetime1">
              <a:rPr lang="en-US"/>
              <a:pPr>
                <a:defRPr/>
              </a:pPr>
              <a:t>6/15/2026</a:t>
            </a:fld>
            <a:endParaRPr lang="en-US"/>
          </a:p>
        </p:txBody>
      </p:sp>
      <p:sp>
        <p:nvSpPr>
          <p:cNvPr id="5" name="Footer Placeholder 4">
            <a:extLst>
              <a:ext uri="{FF2B5EF4-FFF2-40B4-BE49-F238E27FC236}">
                <a16:creationId xmlns:a16="http://schemas.microsoft.com/office/drawing/2014/main" id="{E3FADB77-829A-477C-9C0C-151A5096E0BA}"/>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5539F79D-D26C-4B9A-9720-48C3725EFBFE}"/>
              </a:ext>
            </a:extLst>
          </p:cNvPr>
          <p:cNvSpPr>
            <a:spLocks noGrp="1"/>
          </p:cNvSpPr>
          <p:nvPr>
            <p:ph type="sldNum" sz="quarter" idx="12"/>
          </p:nvPr>
        </p:nvSpPr>
        <p:spPr/>
        <p:txBody>
          <a:bodyPr/>
          <a:lstStyle>
            <a:lvl1pPr>
              <a:defRPr/>
            </a:lvl1pPr>
          </a:lstStyle>
          <a:p>
            <a:fld id="{381673AE-CDED-468E-9E60-13F9774D8EF6}" type="slidenum">
              <a:rPr lang="en-US" altLang="en-US"/>
              <a:pPr/>
              <a:t>‹#›</a:t>
            </a:fld>
            <a:endParaRPr lang="en-US" altLang="en-US"/>
          </a:p>
        </p:txBody>
      </p:sp>
    </p:spTree>
    <p:extLst>
      <p:ext uri="{BB962C8B-B14F-4D97-AF65-F5344CB8AC3E}">
        <p14:creationId xmlns:p14="http://schemas.microsoft.com/office/powerpoint/2010/main" val="121253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E68E3-5E88-4FA2-8C26-450DBAD826DA}"/>
              </a:ext>
            </a:extLst>
          </p:cNvPr>
          <p:cNvSpPr>
            <a:spLocks noGrp="1"/>
          </p:cNvSpPr>
          <p:nvPr>
            <p:ph type="dt" sz="half" idx="10"/>
          </p:nvPr>
        </p:nvSpPr>
        <p:spPr/>
        <p:txBody>
          <a:bodyPr/>
          <a:lstStyle>
            <a:lvl1pPr>
              <a:defRPr/>
            </a:lvl1pPr>
          </a:lstStyle>
          <a:p>
            <a:pPr>
              <a:defRPr/>
            </a:pPr>
            <a:fld id="{BDE8CA06-C0FA-4A35-B9BF-5CBFE5CB9336}" type="datetime1">
              <a:rPr lang="en-US"/>
              <a:pPr>
                <a:defRPr/>
              </a:pPr>
              <a:t>6/15/2026</a:t>
            </a:fld>
            <a:endParaRPr lang="en-US"/>
          </a:p>
        </p:txBody>
      </p:sp>
      <p:sp>
        <p:nvSpPr>
          <p:cNvPr id="5" name="Footer Placeholder 4">
            <a:extLst>
              <a:ext uri="{FF2B5EF4-FFF2-40B4-BE49-F238E27FC236}">
                <a16:creationId xmlns:a16="http://schemas.microsoft.com/office/drawing/2014/main" id="{B6E4CD55-6E4A-4A63-98EF-FA743743FE7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B50F5683-DEE8-45FB-8DAD-B25D6E885B1A}"/>
              </a:ext>
            </a:extLst>
          </p:cNvPr>
          <p:cNvSpPr>
            <a:spLocks noGrp="1"/>
          </p:cNvSpPr>
          <p:nvPr>
            <p:ph type="sldNum" sz="quarter" idx="12"/>
          </p:nvPr>
        </p:nvSpPr>
        <p:spPr/>
        <p:txBody>
          <a:bodyPr/>
          <a:lstStyle>
            <a:lvl1pPr>
              <a:defRPr/>
            </a:lvl1pPr>
          </a:lstStyle>
          <a:p>
            <a:fld id="{E021BEF2-95F5-417E-9097-980329164CCD}" type="slidenum">
              <a:rPr lang="en-US" altLang="en-US"/>
              <a:pPr/>
              <a:t>‹#›</a:t>
            </a:fld>
            <a:endParaRPr lang="en-US" altLang="en-US"/>
          </a:p>
        </p:txBody>
      </p:sp>
    </p:spTree>
    <p:extLst>
      <p:ext uri="{BB962C8B-B14F-4D97-AF65-F5344CB8AC3E}">
        <p14:creationId xmlns:p14="http://schemas.microsoft.com/office/powerpoint/2010/main" val="317374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0D9E7-0515-400A-86E2-F96F6242C88C}"/>
              </a:ext>
            </a:extLst>
          </p:cNvPr>
          <p:cNvSpPr>
            <a:spLocks noGrp="1"/>
          </p:cNvSpPr>
          <p:nvPr>
            <p:ph type="dt" sz="half" idx="10"/>
          </p:nvPr>
        </p:nvSpPr>
        <p:spPr/>
        <p:txBody>
          <a:bodyPr/>
          <a:lstStyle>
            <a:lvl1pPr>
              <a:defRPr/>
            </a:lvl1pPr>
          </a:lstStyle>
          <a:p>
            <a:pPr>
              <a:defRPr/>
            </a:pPr>
            <a:fld id="{EDBE9779-8E71-4A34-ACDD-8BB13DEE2332}" type="datetime1">
              <a:rPr lang="en-US"/>
              <a:pPr>
                <a:defRPr/>
              </a:pPr>
              <a:t>6/15/2026</a:t>
            </a:fld>
            <a:endParaRPr lang="en-US"/>
          </a:p>
        </p:txBody>
      </p:sp>
      <p:sp>
        <p:nvSpPr>
          <p:cNvPr id="5" name="Footer Placeholder 4">
            <a:extLst>
              <a:ext uri="{FF2B5EF4-FFF2-40B4-BE49-F238E27FC236}">
                <a16:creationId xmlns:a16="http://schemas.microsoft.com/office/drawing/2014/main" id="{1ECE256D-C27A-4160-9DB1-FF5E7864C41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176E034D-8222-48D3-89D9-7CEBFB7D4DA3}"/>
              </a:ext>
            </a:extLst>
          </p:cNvPr>
          <p:cNvSpPr>
            <a:spLocks noGrp="1"/>
          </p:cNvSpPr>
          <p:nvPr>
            <p:ph type="sldNum" sz="quarter" idx="12"/>
          </p:nvPr>
        </p:nvSpPr>
        <p:spPr/>
        <p:txBody>
          <a:bodyPr/>
          <a:lstStyle>
            <a:lvl1pPr>
              <a:defRPr/>
            </a:lvl1pPr>
          </a:lstStyle>
          <a:p>
            <a:fld id="{B887B5C6-F485-457A-88E2-FF928EC41EA4}" type="slidenum">
              <a:rPr lang="en-US" altLang="en-US"/>
              <a:pPr/>
              <a:t>‹#›</a:t>
            </a:fld>
            <a:endParaRPr lang="en-US" altLang="en-US"/>
          </a:p>
        </p:txBody>
      </p:sp>
    </p:spTree>
    <p:extLst>
      <p:ext uri="{BB962C8B-B14F-4D97-AF65-F5344CB8AC3E}">
        <p14:creationId xmlns:p14="http://schemas.microsoft.com/office/powerpoint/2010/main" val="1145745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62788E1-6A09-47B5-BC67-57CE1B8E32B4}"/>
              </a:ext>
            </a:extLst>
          </p:cNvPr>
          <p:cNvSpPr>
            <a:spLocks noGrp="1"/>
          </p:cNvSpPr>
          <p:nvPr>
            <p:ph type="dt" sz="half" idx="10"/>
          </p:nvPr>
        </p:nvSpPr>
        <p:spPr/>
        <p:txBody>
          <a:bodyPr/>
          <a:lstStyle>
            <a:lvl1pPr>
              <a:defRPr/>
            </a:lvl1pPr>
          </a:lstStyle>
          <a:p>
            <a:pPr>
              <a:defRPr/>
            </a:pPr>
            <a:fld id="{0C4B0931-B853-4338-857D-EC51455FBAEA}" type="datetime1">
              <a:rPr lang="en-US"/>
              <a:pPr>
                <a:defRPr/>
              </a:pPr>
              <a:t>6/15/2026</a:t>
            </a:fld>
            <a:endParaRPr lang="en-US"/>
          </a:p>
        </p:txBody>
      </p:sp>
      <p:sp>
        <p:nvSpPr>
          <p:cNvPr id="6" name="Footer Placeholder 4">
            <a:extLst>
              <a:ext uri="{FF2B5EF4-FFF2-40B4-BE49-F238E27FC236}">
                <a16:creationId xmlns:a16="http://schemas.microsoft.com/office/drawing/2014/main" id="{56718E1B-2187-4A00-8130-FF0CCF1858D1}"/>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B829CFF-BC30-4A03-9C08-2E85922F62BF}"/>
              </a:ext>
            </a:extLst>
          </p:cNvPr>
          <p:cNvSpPr>
            <a:spLocks noGrp="1"/>
          </p:cNvSpPr>
          <p:nvPr>
            <p:ph type="sldNum" sz="quarter" idx="12"/>
          </p:nvPr>
        </p:nvSpPr>
        <p:spPr/>
        <p:txBody>
          <a:bodyPr/>
          <a:lstStyle>
            <a:lvl1pPr>
              <a:defRPr/>
            </a:lvl1pPr>
          </a:lstStyle>
          <a:p>
            <a:fld id="{6430785C-3C3F-4D72-B6E5-E6D38F555861}" type="slidenum">
              <a:rPr lang="en-US" altLang="en-US"/>
              <a:pPr/>
              <a:t>‹#›</a:t>
            </a:fld>
            <a:endParaRPr lang="en-US" altLang="en-US"/>
          </a:p>
        </p:txBody>
      </p:sp>
    </p:spTree>
    <p:extLst>
      <p:ext uri="{BB962C8B-B14F-4D97-AF65-F5344CB8AC3E}">
        <p14:creationId xmlns:p14="http://schemas.microsoft.com/office/powerpoint/2010/main" val="2903186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A1461F9-281D-4D2B-9EF4-0961D9F5ACAD}"/>
              </a:ext>
            </a:extLst>
          </p:cNvPr>
          <p:cNvSpPr>
            <a:spLocks noGrp="1"/>
          </p:cNvSpPr>
          <p:nvPr>
            <p:ph type="dt" sz="half" idx="10"/>
          </p:nvPr>
        </p:nvSpPr>
        <p:spPr/>
        <p:txBody>
          <a:bodyPr/>
          <a:lstStyle>
            <a:lvl1pPr>
              <a:defRPr/>
            </a:lvl1pPr>
          </a:lstStyle>
          <a:p>
            <a:pPr>
              <a:defRPr/>
            </a:pPr>
            <a:fld id="{D9F35988-ABC1-47B4-8337-180F809C6E04}" type="datetime1">
              <a:rPr lang="en-US"/>
              <a:pPr>
                <a:defRPr/>
              </a:pPr>
              <a:t>6/15/2026</a:t>
            </a:fld>
            <a:endParaRPr lang="en-US"/>
          </a:p>
        </p:txBody>
      </p:sp>
      <p:sp>
        <p:nvSpPr>
          <p:cNvPr id="8" name="Footer Placeholder 4">
            <a:extLst>
              <a:ext uri="{FF2B5EF4-FFF2-40B4-BE49-F238E27FC236}">
                <a16:creationId xmlns:a16="http://schemas.microsoft.com/office/drawing/2014/main" id="{32E3E607-E774-4F71-ACBB-FE851B9432E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9" name="Slide Number Placeholder 5">
            <a:extLst>
              <a:ext uri="{FF2B5EF4-FFF2-40B4-BE49-F238E27FC236}">
                <a16:creationId xmlns:a16="http://schemas.microsoft.com/office/drawing/2014/main" id="{E4CFFD8A-7C08-446F-B45D-132D79B6B82E}"/>
              </a:ext>
            </a:extLst>
          </p:cNvPr>
          <p:cNvSpPr>
            <a:spLocks noGrp="1"/>
          </p:cNvSpPr>
          <p:nvPr>
            <p:ph type="sldNum" sz="quarter" idx="12"/>
          </p:nvPr>
        </p:nvSpPr>
        <p:spPr/>
        <p:txBody>
          <a:bodyPr/>
          <a:lstStyle>
            <a:lvl1pPr>
              <a:defRPr/>
            </a:lvl1pPr>
          </a:lstStyle>
          <a:p>
            <a:fld id="{B998D808-031B-4F6F-A439-4ABFE2BF389D}" type="slidenum">
              <a:rPr lang="en-US" altLang="en-US"/>
              <a:pPr/>
              <a:t>‹#›</a:t>
            </a:fld>
            <a:endParaRPr lang="en-US" altLang="en-US"/>
          </a:p>
        </p:txBody>
      </p:sp>
    </p:spTree>
    <p:extLst>
      <p:ext uri="{BB962C8B-B14F-4D97-AF65-F5344CB8AC3E}">
        <p14:creationId xmlns:p14="http://schemas.microsoft.com/office/powerpoint/2010/main" val="218817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FECACAB-8F93-4899-AD13-62CA490A57C8}"/>
              </a:ext>
            </a:extLst>
          </p:cNvPr>
          <p:cNvSpPr>
            <a:spLocks noGrp="1"/>
          </p:cNvSpPr>
          <p:nvPr>
            <p:ph type="dt" sz="half" idx="10"/>
          </p:nvPr>
        </p:nvSpPr>
        <p:spPr/>
        <p:txBody>
          <a:bodyPr/>
          <a:lstStyle>
            <a:lvl1pPr>
              <a:defRPr/>
            </a:lvl1pPr>
          </a:lstStyle>
          <a:p>
            <a:pPr>
              <a:defRPr/>
            </a:pPr>
            <a:fld id="{7DDF58F0-0B71-4C0D-BBA6-85074C846FE6}" type="datetime1">
              <a:rPr lang="en-US"/>
              <a:pPr>
                <a:defRPr/>
              </a:pPr>
              <a:t>6/15/2026</a:t>
            </a:fld>
            <a:endParaRPr lang="en-US"/>
          </a:p>
        </p:txBody>
      </p:sp>
      <p:sp>
        <p:nvSpPr>
          <p:cNvPr id="4" name="Footer Placeholder 4">
            <a:extLst>
              <a:ext uri="{FF2B5EF4-FFF2-40B4-BE49-F238E27FC236}">
                <a16:creationId xmlns:a16="http://schemas.microsoft.com/office/drawing/2014/main" id="{446160C0-EE48-4D0E-A5AB-28501651FCE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5" name="Slide Number Placeholder 5">
            <a:extLst>
              <a:ext uri="{FF2B5EF4-FFF2-40B4-BE49-F238E27FC236}">
                <a16:creationId xmlns:a16="http://schemas.microsoft.com/office/drawing/2014/main" id="{DAD730CE-7954-4549-BAAE-6B545D3EC856}"/>
              </a:ext>
            </a:extLst>
          </p:cNvPr>
          <p:cNvSpPr>
            <a:spLocks noGrp="1"/>
          </p:cNvSpPr>
          <p:nvPr>
            <p:ph type="sldNum" sz="quarter" idx="12"/>
          </p:nvPr>
        </p:nvSpPr>
        <p:spPr/>
        <p:txBody>
          <a:bodyPr/>
          <a:lstStyle>
            <a:lvl1pPr>
              <a:defRPr/>
            </a:lvl1pPr>
          </a:lstStyle>
          <a:p>
            <a:fld id="{81B35500-9D2C-47A3-BF87-3935A794A65A}" type="slidenum">
              <a:rPr lang="en-US" altLang="en-US"/>
              <a:pPr/>
              <a:t>‹#›</a:t>
            </a:fld>
            <a:endParaRPr lang="en-US" altLang="en-US"/>
          </a:p>
        </p:txBody>
      </p:sp>
    </p:spTree>
    <p:extLst>
      <p:ext uri="{BB962C8B-B14F-4D97-AF65-F5344CB8AC3E}">
        <p14:creationId xmlns:p14="http://schemas.microsoft.com/office/powerpoint/2010/main" val="2060302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7E62CF2-CD3F-46A2-8A14-8052FB3F979E}"/>
              </a:ext>
            </a:extLst>
          </p:cNvPr>
          <p:cNvSpPr>
            <a:spLocks noGrp="1"/>
          </p:cNvSpPr>
          <p:nvPr>
            <p:ph type="dt" sz="half" idx="10"/>
          </p:nvPr>
        </p:nvSpPr>
        <p:spPr/>
        <p:txBody>
          <a:bodyPr/>
          <a:lstStyle>
            <a:lvl1pPr>
              <a:defRPr/>
            </a:lvl1pPr>
          </a:lstStyle>
          <a:p>
            <a:pPr>
              <a:defRPr/>
            </a:pPr>
            <a:fld id="{3433D11A-F1DE-4A50-95C9-D10180535CA0}" type="datetime1">
              <a:rPr lang="en-US"/>
              <a:pPr>
                <a:defRPr/>
              </a:pPr>
              <a:t>6/15/2026</a:t>
            </a:fld>
            <a:endParaRPr lang="en-US"/>
          </a:p>
        </p:txBody>
      </p:sp>
      <p:sp>
        <p:nvSpPr>
          <p:cNvPr id="3" name="Footer Placeholder 4">
            <a:extLst>
              <a:ext uri="{FF2B5EF4-FFF2-40B4-BE49-F238E27FC236}">
                <a16:creationId xmlns:a16="http://schemas.microsoft.com/office/drawing/2014/main" id="{641D14B1-D7C1-4357-B6C5-D6BDF3D8AE8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4" name="Slide Number Placeholder 5">
            <a:extLst>
              <a:ext uri="{FF2B5EF4-FFF2-40B4-BE49-F238E27FC236}">
                <a16:creationId xmlns:a16="http://schemas.microsoft.com/office/drawing/2014/main" id="{61A949BD-68C3-4EEF-B906-09FE3440E3FE}"/>
              </a:ext>
            </a:extLst>
          </p:cNvPr>
          <p:cNvSpPr>
            <a:spLocks noGrp="1"/>
          </p:cNvSpPr>
          <p:nvPr>
            <p:ph type="sldNum" sz="quarter" idx="12"/>
          </p:nvPr>
        </p:nvSpPr>
        <p:spPr/>
        <p:txBody>
          <a:bodyPr/>
          <a:lstStyle>
            <a:lvl1pPr>
              <a:defRPr/>
            </a:lvl1pPr>
          </a:lstStyle>
          <a:p>
            <a:fld id="{D1610838-7400-411B-B689-2F6C35481D0C}" type="slidenum">
              <a:rPr lang="en-US" altLang="en-US"/>
              <a:pPr/>
              <a:t>‹#›</a:t>
            </a:fld>
            <a:endParaRPr lang="en-US" altLang="en-US"/>
          </a:p>
        </p:txBody>
      </p:sp>
    </p:spTree>
    <p:extLst>
      <p:ext uri="{BB962C8B-B14F-4D97-AF65-F5344CB8AC3E}">
        <p14:creationId xmlns:p14="http://schemas.microsoft.com/office/powerpoint/2010/main" val="166312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5B26A4A-8706-4957-968A-429659FA63B9}"/>
              </a:ext>
            </a:extLst>
          </p:cNvPr>
          <p:cNvSpPr>
            <a:spLocks noGrp="1"/>
          </p:cNvSpPr>
          <p:nvPr>
            <p:ph type="dt" sz="half" idx="10"/>
          </p:nvPr>
        </p:nvSpPr>
        <p:spPr/>
        <p:txBody>
          <a:bodyPr/>
          <a:lstStyle>
            <a:lvl1pPr>
              <a:defRPr/>
            </a:lvl1pPr>
          </a:lstStyle>
          <a:p>
            <a:pPr>
              <a:defRPr/>
            </a:pPr>
            <a:fld id="{76D890D1-ADAD-4367-ADA2-AFAFF9F81D11}" type="datetime1">
              <a:rPr lang="en-US"/>
              <a:pPr>
                <a:defRPr/>
              </a:pPr>
              <a:t>6/15/2026</a:t>
            </a:fld>
            <a:endParaRPr lang="en-US"/>
          </a:p>
        </p:txBody>
      </p:sp>
      <p:sp>
        <p:nvSpPr>
          <p:cNvPr id="6" name="Footer Placeholder 4">
            <a:extLst>
              <a:ext uri="{FF2B5EF4-FFF2-40B4-BE49-F238E27FC236}">
                <a16:creationId xmlns:a16="http://schemas.microsoft.com/office/drawing/2014/main" id="{10A2F1D4-1189-48DE-BA98-325CD9C257C4}"/>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C7986B66-2394-42B1-9BDE-35C177A62693}"/>
              </a:ext>
            </a:extLst>
          </p:cNvPr>
          <p:cNvSpPr>
            <a:spLocks noGrp="1"/>
          </p:cNvSpPr>
          <p:nvPr>
            <p:ph type="sldNum" sz="quarter" idx="12"/>
          </p:nvPr>
        </p:nvSpPr>
        <p:spPr/>
        <p:txBody>
          <a:bodyPr/>
          <a:lstStyle>
            <a:lvl1pPr>
              <a:defRPr/>
            </a:lvl1pPr>
          </a:lstStyle>
          <a:p>
            <a:fld id="{5FEEDBB8-2F2A-4E69-B4E6-C45A1A219323}" type="slidenum">
              <a:rPr lang="en-US" altLang="en-US"/>
              <a:pPr/>
              <a:t>‹#›</a:t>
            </a:fld>
            <a:endParaRPr lang="en-US" altLang="en-US"/>
          </a:p>
        </p:txBody>
      </p:sp>
    </p:spTree>
    <p:extLst>
      <p:ext uri="{BB962C8B-B14F-4D97-AF65-F5344CB8AC3E}">
        <p14:creationId xmlns:p14="http://schemas.microsoft.com/office/powerpoint/2010/main" val="395227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3A3A19-677F-46D0-8327-737A4396EFCE}"/>
              </a:ext>
            </a:extLst>
          </p:cNvPr>
          <p:cNvSpPr>
            <a:spLocks noGrp="1"/>
          </p:cNvSpPr>
          <p:nvPr>
            <p:ph type="dt" sz="half" idx="10"/>
          </p:nvPr>
        </p:nvSpPr>
        <p:spPr/>
        <p:txBody>
          <a:bodyPr/>
          <a:lstStyle>
            <a:lvl1pPr>
              <a:defRPr/>
            </a:lvl1pPr>
          </a:lstStyle>
          <a:p>
            <a:pPr>
              <a:defRPr/>
            </a:pPr>
            <a:fld id="{393651B4-9843-45AB-8E22-71543FB46DA2}" type="datetime1">
              <a:rPr lang="en-US"/>
              <a:pPr>
                <a:defRPr/>
              </a:pPr>
              <a:t>6/15/2026</a:t>
            </a:fld>
            <a:endParaRPr lang="en-US"/>
          </a:p>
        </p:txBody>
      </p:sp>
      <p:sp>
        <p:nvSpPr>
          <p:cNvPr id="6" name="Footer Placeholder 4">
            <a:extLst>
              <a:ext uri="{FF2B5EF4-FFF2-40B4-BE49-F238E27FC236}">
                <a16:creationId xmlns:a16="http://schemas.microsoft.com/office/drawing/2014/main" id="{EEC761C7-6D46-45C5-A06E-1C9467DF57EB}"/>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25F70F5-D8D2-4E99-B0E5-DC927F25456F}"/>
              </a:ext>
            </a:extLst>
          </p:cNvPr>
          <p:cNvSpPr>
            <a:spLocks noGrp="1"/>
          </p:cNvSpPr>
          <p:nvPr>
            <p:ph type="sldNum" sz="quarter" idx="12"/>
          </p:nvPr>
        </p:nvSpPr>
        <p:spPr/>
        <p:txBody>
          <a:bodyPr/>
          <a:lstStyle>
            <a:lvl1pPr>
              <a:defRPr/>
            </a:lvl1pPr>
          </a:lstStyle>
          <a:p>
            <a:fld id="{46600780-8261-4F2C-8AB1-4FC7C46475CB}" type="slidenum">
              <a:rPr lang="en-US" altLang="en-US"/>
              <a:pPr/>
              <a:t>‹#›</a:t>
            </a:fld>
            <a:endParaRPr lang="en-US" altLang="en-US"/>
          </a:p>
        </p:txBody>
      </p:sp>
    </p:spTree>
    <p:extLst>
      <p:ext uri="{BB962C8B-B14F-4D97-AF65-F5344CB8AC3E}">
        <p14:creationId xmlns:p14="http://schemas.microsoft.com/office/powerpoint/2010/main" val="1084317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8DC88-AE01-4CAA-9020-B90D8607B756}"/>
              </a:ext>
            </a:extLst>
          </p:cNvPr>
          <p:cNvSpPr>
            <a:spLocks noGrp="1"/>
          </p:cNvSpPr>
          <p:nvPr>
            <p:ph type="dt" sz="half" idx="10"/>
          </p:nvPr>
        </p:nvSpPr>
        <p:spPr/>
        <p:txBody>
          <a:bodyPr/>
          <a:lstStyle>
            <a:lvl1pPr>
              <a:defRPr/>
            </a:lvl1pPr>
          </a:lstStyle>
          <a:p>
            <a:pPr>
              <a:defRPr/>
            </a:pPr>
            <a:fld id="{4394FE15-DD9A-40C6-9AF8-2CF0E2DC9FED}" type="datetime1">
              <a:rPr lang="en-US"/>
              <a:pPr>
                <a:defRPr/>
              </a:pPr>
              <a:t>6/15/2026</a:t>
            </a:fld>
            <a:endParaRPr lang="en-US"/>
          </a:p>
        </p:txBody>
      </p:sp>
      <p:sp>
        <p:nvSpPr>
          <p:cNvPr id="5" name="Footer Placeholder 4">
            <a:extLst>
              <a:ext uri="{FF2B5EF4-FFF2-40B4-BE49-F238E27FC236}">
                <a16:creationId xmlns:a16="http://schemas.microsoft.com/office/drawing/2014/main" id="{25D2C5CF-6CAA-4307-B6A8-DF54D826BCC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724552A0-9D79-48E4-B25F-688BC1867D0D}"/>
              </a:ext>
            </a:extLst>
          </p:cNvPr>
          <p:cNvSpPr>
            <a:spLocks noGrp="1"/>
          </p:cNvSpPr>
          <p:nvPr>
            <p:ph type="sldNum" sz="quarter" idx="12"/>
          </p:nvPr>
        </p:nvSpPr>
        <p:spPr/>
        <p:txBody>
          <a:bodyPr/>
          <a:lstStyle>
            <a:lvl1pPr>
              <a:defRPr/>
            </a:lvl1pPr>
          </a:lstStyle>
          <a:p>
            <a:fld id="{2A26A04B-D0EF-4595-87CA-07FE647A1A75}" type="slidenum">
              <a:rPr lang="en-US" altLang="en-US"/>
              <a:pPr/>
              <a:t>‹#›</a:t>
            </a:fld>
            <a:endParaRPr lang="en-US" altLang="en-US"/>
          </a:p>
        </p:txBody>
      </p:sp>
    </p:spTree>
    <p:extLst>
      <p:ext uri="{BB962C8B-B14F-4D97-AF65-F5344CB8AC3E}">
        <p14:creationId xmlns:p14="http://schemas.microsoft.com/office/powerpoint/2010/main" val="9700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76813-D725-49F2-945C-CCAB9D2A95D0}"/>
              </a:ext>
            </a:extLst>
          </p:cNvPr>
          <p:cNvSpPr>
            <a:spLocks noGrp="1"/>
          </p:cNvSpPr>
          <p:nvPr>
            <p:ph type="dt" sz="half" idx="10"/>
          </p:nvPr>
        </p:nvSpPr>
        <p:spPr/>
        <p:txBody>
          <a:bodyPr/>
          <a:lstStyle>
            <a:lvl1pPr>
              <a:defRPr/>
            </a:lvl1pPr>
          </a:lstStyle>
          <a:p>
            <a:pPr>
              <a:defRPr/>
            </a:pPr>
            <a:fld id="{370FD5AE-DF06-40E8-B10A-A7E8871D9706}" type="datetime1">
              <a:rPr lang="en-US"/>
              <a:pPr>
                <a:defRPr/>
              </a:pPr>
              <a:t>6/15/2026</a:t>
            </a:fld>
            <a:endParaRPr lang="en-US"/>
          </a:p>
        </p:txBody>
      </p:sp>
      <p:sp>
        <p:nvSpPr>
          <p:cNvPr id="5" name="Footer Placeholder 4">
            <a:extLst>
              <a:ext uri="{FF2B5EF4-FFF2-40B4-BE49-F238E27FC236}">
                <a16:creationId xmlns:a16="http://schemas.microsoft.com/office/drawing/2014/main" id="{041B94B4-C37D-4CF1-B803-70ECE9F9804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84CB5775-0DF8-430A-981E-D9F890F1E727}"/>
              </a:ext>
            </a:extLst>
          </p:cNvPr>
          <p:cNvSpPr>
            <a:spLocks noGrp="1"/>
          </p:cNvSpPr>
          <p:nvPr>
            <p:ph type="sldNum" sz="quarter" idx="12"/>
          </p:nvPr>
        </p:nvSpPr>
        <p:spPr/>
        <p:txBody>
          <a:bodyPr/>
          <a:lstStyle>
            <a:lvl1pPr>
              <a:defRPr/>
            </a:lvl1pPr>
          </a:lstStyle>
          <a:p>
            <a:fld id="{79B4311E-D5F2-40A4-B2D6-DDC2AFD86103}" type="slidenum">
              <a:rPr lang="en-US" altLang="en-US"/>
              <a:pPr/>
              <a:t>‹#›</a:t>
            </a:fld>
            <a:endParaRPr lang="en-US" altLang="en-US"/>
          </a:p>
        </p:txBody>
      </p:sp>
    </p:spTree>
    <p:extLst>
      <p:ext uri="{BB962C8B-B14F-4D97-AF65-F5344CB8AC3E}">
        <p14:creationId xmlns:p14="http://schemas.microsoft.com/office/powerpoint/2010/main" val="165642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DCBFCD-ADA5-49D9-8EC2-C25B2ED55B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11E7B0C-3D44-4CB9-82E9-732D3B5E65E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B830E18-6B0F-4561-A8EC-664E8249DE8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06A74232-FC8A-49F8-80E8-B50A0BA80DF4}" type="datetime1">
              <a:rPr lang="en-US"/>
              <a:pPr>
                <a:defRPr/>
              </a:pPr>
              <a:t>6/15/2026</a:t>
            </a:fld>
            <a:endParaRPr lang="en-US"/>
          </a:p>
        </p:txBody>
      </p:sp>
      <p:sp>
        <p:nvSpPr>
          <p:cNvPr id="5" name="Footer Placeholder 4">
            <a:extLst>
              <a:ext uri="{FF2B5EF4-FFF2-40B4-BE49-F238E27FC236}">
                <a16:creationId xmlns:a16="http://schemas.microsoft.com/office/drawing/2014/main" id="{2A8380AF-395F-446F-B527-ECA9916A961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2E7C784E-7B42-4220-A301-963093C40A6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1E04AAF9-47BF-4F68-B79A-2D00C1CD1B6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133BE8-A87E-4DBC-98E8-2FD6622AA548}"/>
              </a:ext>
            </a:extLst>
          </p:cNvPr>
          <p:cNvSpPr txBox="1">
            <a:spLocks/>
          </p:cNvSpPr>
          <p:nvPr/>
        </p:nvSpPr>
        <p:spPr>
          <a:xfrm>
            <a:off x="152400" y="177230"/>
            <a:ext cx="8839200" cy="6477000"/>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chor="ctr">
            <a:normAutofit/>
          </a:bodyPr>
          <a:lstStyle/>
          <a:p>
            <a:pPr algn="ctr" fontAlgn="auto">
              <a:spcAft>
                <a:spcPts val="0"/>
              </a:spcAft>
              <a:defRPr/>
            </a:pPr>
            <a:endParaRPr lang="en-US" sz="4400" dirty="0">
              <a:solidFill>
                <a:schemeClr val="tx1"/>
              </a:solidFill>
              <a:latin typeface="+mj-lt"/>
              <a:ea typeface="+mj-ea"/>
              <a:cs typeface="+mj-cs"/>
            </a:endParaRPr>
          </a:p>
        </p:txBody>
      </p:sp>
      <p:sp>
        <p:nvSpPr>
          <p:cNvPr id="2" name="Title 1">
            <a:extLst>
              <a:ext uri="{FF2B5EF4-FFF2-40B4-BE49-F238E27FC236}">
                <a16:creationId xmlns:a16="http://schemas.microsoft.com/office/drawing/2014/main" id="{D9B2990C-D7A3-4312-BBC7-CC2452B79ECF}"/>
              </a:ext>
            </a:extLst>
          </p:cNvPr>
          <p:cNvSpPr>
            <a:spLocks noGrp="1"/>
          </p:cNvSpPr>
          <p:nvPr>
            <p:ph type="ctrTitle"/>
          </p:nvPr>
        </p:nvSpPr>
        <p:spPr>
          <a:xfrm>
            <a:off x="920869" y="913787"/>
            <a:ext cx="7315200" cy="838200"/>
          </a:xfrm>
        </p:spPr>
        <p:txBody>
          <a:bodyPr rtlCol="0">
            <a:normAutofit fontScale="90000"/>
          </a:bodyPr>
          <a:lstStyle/>
          <a:p>
            <a:pPr fontAlgn="auto">
              <a:spcAft>
                <a:spcPts val="0"/>
              </a:spcAft>
              <a:defRPr/>
            </a:pPr>
            <a:r>
              <a:rPr lang="en-US" sz="3600" b="1" dirty="0"/>
              <a:t>   </a:t>
            </a:r>
            <a:br>
              <a:rPr lang="en-US" sz="2400" dirty="0"/>
            </a:br>
            <a:r>
              <a:rPr lang="en-US" sz="2400" b="1" dirty="0">
                <a:solidFill>
                  <a:srgbClr val="FF0000"/>
                </a:solidFill>
              </a:rPr>
              <a:t>DEPARTMENT OF COMPUTER SCIENCE AND ENGINEERING </a:t>
            </a:r>
            <a:br>
              <a:rPr lang="en-US" sz="2400" b="1" dirty="0"/>
            </a:br>
            <a:endParaRPr lang="en-US" sz="3600" b="1" dirty="0"/>
          </a:p>
        </p:txBody>
      </p:sp>
      <p:sp>
        <p:nvSpPr>
          <p:cNvPr id="7" name="Subtitle 2">
            <a:extLst>
              <a:ext uri="{FF2B5EF4-FFF2-40B4-BE49-F238E27FC236}">
                <a16:creationId xmlns:a16="http://schemas.microsoft.com/office/drawing/2014/main" id="{81E9BB19-E97E-45D3-BB72-E34CC7BF07BD}"/>
              </a:ext>
            </a:extLst>
          </p:cNvPr>
          <p:cNvSpPr txBox="1">
            <a:spLocks/>
          </p:cNvSpPr>
          <p:nvPr/>
        </p:nvSpPr>
        <p:spPr>
          <a:xfrm>
            <a:off x="228600" y="5181600"/>
            <a:ext cx="8686800" cy="1371600"/>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anchor="t">
            <a:normAutofit fontScale="77500" lnSpcReduction="20000"/>
          </a:bodyPr>
          <a:lstStyle/>
          <a:p>
            <a:pPr algn="ctr" fontAlgn="auto">
              <a:spcBef>
                <a:spcPct val="20000"/>
              </a:spcBef>
              <a:spcAft>
                <a:spcPts val="0"/>
              </a:spcAft>
              <a:buFont typeface="Arial" pitchFamily="34" charset="0"/>
              <a:buNone/>
              <a:defRPr/>
            </a:pPr>
            <a:r>
              <a:rPr lang="en-US" sz="3300" b="1" u="sng" dirty="0">
                <a:solidFill>
                  <a:srgbClr val="FF0000"/>
                </a:solidFill>
              </a:rPr>
              <a:t>Guide Details</a:t>
            </a:r>
          </a:p>
          <a:p>
            <a:pPr algn="ctr" fontAlgn="auto">
              <a:spcBef>
                <a:spcPct val="20000"/>
              </a:spcBef>
              <a:spcAft>
                <a:spcPts val="0"/>
              </a:spcAft>
              <a:defRPr/>
            </a:pPr>
            <a:r>
              <a:rPr lang="en-US" sz="3000" b="1" dirty="0">
                <a:solidFill>
                  <a:srgbClr val="002060"/>
                </a:solidFill>
                <a:cs typeface="Calibri"/>
              </a:rPr>
              <a:t>Syed </a:t>
            </a:r>
            <a:r>
              <a:rPr lang="en-US" sz="3000" b="1" dirty="0" err="1">
                <a:solidFill>
                  <a:srgbClr val="002060"/>
                </a:solidFill>
                <a:cs typeface="Calibri"/>
              </a:rPr>
              <a:t>Ahmeduddin</a:t>
            </a:r>
            <a:endParaRPr lang="en-US" sz="3000" b="1" dirty="0">
              <a:solidFill>
                <a:srgbClr val="002060"/>
              </a:solidFill>
              <a:cs typeface="Calibri"/>
            </a:endParaRPr>
          </a:p>
          <a:p>
            <a:pPr algn="ctr" fontAlgn="auto">
              <a:spcBef>
                <a:spcPct val="20000"/>
              </a:spcBef>
              <a:spcAft>
                <a:spcPts val="0"/>
              </a:spcAft>
              <a:defRPr/>
            </a:pPr>
            <a:r>
              <a:rPr lang="en-US" sz="2200" b="1" dirty="0">
                <a:solidFill>
                  <a:srgbClr val="002060"/>
                </a:solidFill>
              </a:rPr>
              <a:t>Assistant Professor </a:t>
            </a:r>
          </a:p>
          <a:p>
            <a:pPr algn="ctr" fontAlgn="auto">
              <a:spcBef>
                <a:spcPct val="20000"/>
              </a:spcBef>
              <a:spcAft>
                <a:spcPts val="0"/>
              </a:spcAft>
              <a:defRPr/>
            </a:pPr>
            <a:r>
              <a:rPr lang="en-US" sz="2200" b="1" dirty="0">
                <a:solidFill>
                  <a:srgbClr val="002060"/>
                </a:solidFill>
              </a:rPr>
              <a:t>Department of CSE</a:t>
            </a:r>
          </a:p>
          <a:p>
            <a:pPr algn="ctr" fontAlgn="auto">
              <a:spcBef>
                <a:spcPct val="20000"/>
              </a:spcBef>
              <a:spcAft>
                <a:spcPts val="0"/>
              </a:spcAft>
              <a:buFont typeface="Arial" pitchFamily="34" charset="0"/>
              <a:buNone/>
              <a:defRPr/>
            </a:pPr>
            <a:endParaRPr lang="en-US" sz="1600" b="1" dirty="0">
              <a:solidFill>
                <a:srgbClr val="002060"/>
              </a:solidFill>
            </a:endParaRPr>
          </a:p>
          <a:p>
            <a:pPr fontAlgn="auto">
              <a:spcBef>
                <a:spcPct val="20000"/>
              </a:spcBef>
              <a:spcAft>
                <a:spcPts val="0"/>
              </a:spcAft>
              <a:buFont typeface="Arial" pitchFamily="34" charset="0"/>
              <a:buNone/>
              <a:defRPr/>
            </a:pPr>
            <a:endParaRPr lang="en-US" sz="3200" dirty="0">
              <a:solidFill>
                <a:schemeClr val="tx1">
                  <a:tint val="75000"/>
                </a:schemeClr>
              </a:solidFill>
            </a:endParaRPr>
          </a:p>
        </p:txBody>
      </p:sp>
      <p:sp>
        <p:nvSpPr>
          <p:cNvPr id="9" name="Title 1">
            <a:extLst>
              <a:ext uri="{FF2B5EF4-FFF2-40B4-BE49-F238E27FC236}">
                <a16:creationId xmlns:a16="http://schemas.microsoft.com/office/drawing/2014/main" id="{C3034EB3-E5B7-485E-984F-A0E903E0E9A7}"/>
              </a:ext>
            </a:extLst>
          </p:cNvPr>
          <p:cNvSpPr txBox="1">
            <a:spLocks/>
          </p:cNvSpPr>
          <p:nvPr/>
        </p:nvSpPr>
        <p:spPr>
          <a:xfrm>
            <a:off x="2743200" y="2286000"/>
            <a:ext cx="3657600" cy="533400"/>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anchor="ctr">
            <a:normAutofit/>
          </a:bodyPr>
          <a:lstStyle/>
          <a:p>
            <a:pPr algn="ctr" fontAlgn="auto">
              <a:spcAft>
                <a:spcPts val="0"/>
              </a:spcAft>
              <a:defRPr/>
            </a:pPr>
            <a:r>
              <a:rPr lang="en-US" sz="2400" b="1" dirty="0">
                <a:solidFill>
                  <a:schemeClr val="tx1"/>
                </a:solidFill>
                <a:latin typeface="+mj-lt"/>
                <a:ea typeface="+mj-ea"/>
                <a:cs typeface="+mj-cs"/>
              </a:rPr>
              <a:t>BATCH ID : 23MPCS-H13</a:t>
            </a:r>
          </a:p>
        </p:txBody>
      </p:sp>
      <p:sp>
        <p:nvSpPr>
          <p:cNvPr id="10" name="Title 1">
            <a:extLst>
              <a:ext uri="{FF2B5EF4-FFF2-40B4-BE49-F238E27FC236}">
                <a16:creationId xmlns:a16="http://schemas.microsoft.com/office/drawing/2014/main" id="{EB366ABC-1782-4359-A4C5-6579CEFE1A4B}"/>
              </a:ext>
            </a:extLst>
          </p:cNvPr>
          <p:cNvSpPr txBox="1">
            <a:spLocks/>
          </p:cNvSpPr>
          <p:nvPr/>
        </p:nvSpPr>
        <p:spPr>
          <a:xfrm>
            <a:off x="304800" y="1524000"/>
            <a:ext cx="8610600" cy="609600"/>
          </a:xfrm>
          <a:prstGeom prst="rect">
            <a:avLst/>
          </a:prstGeom>
          <a:solidFill>
            <a:schemeClr val="accent1">
              <a:lumMod val="40000"/>
              <a:lumOff val="60000"/>
            </a:schemeClr>
          </a:solidFill>
          <a:ln>
            <a:solidFill>
              <a:schemeClr val="accent1">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anchor="ctr">
            <a:normAutofit fontScale="70000" lnSpcReduction="20000"/>
          </a:bodyPr>
          <a:lstStyle/>
          <a:p>
            <a:pPr algn="ctr" fontAlgn="auto">
              <a:spcAft>
                <a:spcPts val="0"/>
              </a:spcAft>
              <a:defRPr/>
            </a:pPr>
            <a:r>
              <a:rPr lang="en-US" sz="2800" b="1" dirty="0">
                <a:solidFill>
                  <a:schemeClr val="tx1"/>
                </a:solidFill>
                <a:latin typeface="+mj-lt"/>
                <a:ea typeface="+mj-ea"/>
                <a:cs typeface="+mj-cs"/>
              </a:rPr>
              <a:t>Title: </a:t>
            </a:r>
            <a:r>
              <a:rPr lang="en-US" sz="2800" b="1" dirty="0" err="1">
                <a:solidFill>
                  <a:schemeClr val="tx1"/>
                </a:solidFill>
              </a:rPr>
              <a:t>NeuroNimbus</a:t>
            </a:r>
            <a:r>
              <a:rPr lang="en-US" sz="2800" b="1" dirty="0">
                <a:solidFill>
                  <a:schemeClr val="tx1"/>
                </a:solidFill>
              </a:rPr>
              <a:t>: A Cloud-Powered AI System for Memory Reconstruction </a:t>
            </a:r>
          </a:p>
          <a:p>
            <a:pPr algn="ctr" fontAlgn="auto">
              <a:spcAft>
                <a:spcPts val="0"/>
              </a:spcAft>
              <a:defRPr/>
            </a:pPr>
            <a:endParaRPr lang="en-US" sz="2800" b="1" dirty="0">
              <a:solidFill>
                <a:schemeClr val="tx1"/>
              </a:solidFill>
              <a:latin typeface="+mj-lt"/>
              <a:ea typeface="+mj-ea"/>
              <a:cs typeface="+mj-cs"/>
            </a:endParaRPr>
          </a:p>
        </p:txBody>
      </p:sp>
      <p:graphicFrame>
        <p:nvGraphicFramePr>
          <p:cNvPr id="12" name="Table 11">
            <a:extLst>
              <a:ext uri="{FF2B5EF4-FFF2-40B4-BE49-F238E27FC236}">
                <a16:creationId xmlns:a16="http://schemas.microsoft.com/office/drawing/2014/main" id="{4B4BF96B-13BF-42E1-B330-96082705FEC5}"/>
              </a:ext>
            </a:extLst>
          </p:cNvPr>
          <p:cNvGraphicFramePr>
            <a:graphicFrameLocks noGrp="1"/>
          </p:cNvGraphicFramePr>
          <p:nvPr>
            <p:extLst>
              <p:ext uri="{D42A27DB-BD31-4B8C-83A1-F6EECF244321}">
                <p14:modId xmlns:p14="http://schemas.microsoft.com/office/powerpoint/2010/main" val="2118542160"/>
              </p:ext>
            </p:extLst>
          </p:nvPr>
        </p:nvGraphicFramePr>
        <p:xfrm>
          <a:off x="1219200" y="2971800"/>
          <a:ext cx="6934200" cy="158496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70840">
                <a:tc>
                  <a:txBody>
                    <a:bodyPr/>
                    <a:lstStyle/>
                    <a:p>
                      <a:pPr algn="ctr"/>
                      <a:r>
                        <a:rPr lang="en-US" sz="2000" b="1" dirty="0"/>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23881A05EP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err="1"/>
                        <a:t>A.Eesha</a:t>
                      </a:r>
                      <a:r>
                        <a:rPr lang="en-IN" sz="2000" dirty="0"/>
                        <a:t> Sree</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sz="20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23881A05FR</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err="1"/>
                        <a:t>K.Abhinav</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sz="20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23881A05FT</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err="1"/>
                        <a:t>K.Rahul</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3" name="Picture 2">
            <a:extLst>
              <a:ext uri="{FF2B5EF4-FFF2-40B4-BE49-F238E27FC236}">
                <a16:creationId xmlns:a16="http://schemas.microsoft.com/office/drawing/2014/main" id="{7C380515-DA03-C63F-7DAB-FBAD305F3C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4114" y="267313"/>
            <a:ext cx="1244394" cy="95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BCD6-0BDF-480C-A0B6-637D78994FE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spcAft>
                <a:spcPts val="0"/>
              </a:spcAft>
              <a:defRPr/>
            </a:pPr>
            <a:r>
              <a:rPr lang="en-US" sz="3200" b="1" dirty="0">
                <a:solidFill>
                  <a:schemeClr val="accent2">
                    <a:lumMod val="75000"/>
                  </a:schemeClr>
                </a:solidFill>
              </a:rPr>
              <a:t>Mini Project Outlines</a:t>
            </a:r>
          </a:p>
        </p:txBody>
      </p:sp>
      <p:sp>
        <p:nvSpPr>
          <p:cNvPr id="3" name="Content Placeholder 2">
            <a:extLst>
              <a:ext uri="{FF2B5EF4-FFF2-40B4-BE49-F238E27FC236}">
                <a16:creationId xmlns:a16="http://schemas.microsoft.com/office/drawing/2014/main" id="{9B0F8B19-D2C3-436D-A49D-CAD348F238EB}"/>
              </a:ext>
            </a:extLst>
          </p:cNvPr>
          <p:cNvSpPr>
            <a:spLocks noGrp="1"/>
          </p:cNvSpPr>
          <p:nvPr>
            <p:ph idx="1"/>
          </p:nvPr>
        </p:nvSpPr>
        <p:spPr>
          <a:xfrm>
            <a:off x="228600" y="1014413"/>
            <a:ext cx="8763000" cy="5614987"/>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lnSpc>
                <a:spcPct val="110000"/>
              </a:lnSpc>
              <a:spcBef>
                <a:spcPts val="1200"/>
              </a:spcBef>
              <a:spcAft>
                <a:spcPts val="0"/>
              </a:spcAft>
              <a:defRPr/>
            </a:pPr>
            <a:r>
              <a:rPr lang="en-US" sz="1800" b="1" dirty="0">
                <a:ea typeface="+mn-lt"/>
                <a:cs typeface="+mn-lt"/>
              </a:rPr>
              <a:t>Introduction</a:t>
            </a:r>
            <a:endParaRPr lang="en-US" sz="1800" dirty="0">
              <a:ea typeface="+mn-lt"/>
              <a:cs typeface="+mn-lt"/>
            </a:endParaRPr>
          </a:p>
          <a:p>
            <a:pPr>
              <a:lnSpc>
                <a:spcPct val="110000"/>
              </a:lnSpc>
              <a:spcBef>
                <a:spcPts val="1200"/>
              </a:spcBef>
              <a:spcAft>
                <a:spcPts val="0"/>
              </a:spcAft>
              <a:defRPr/>
            </a:pPr>
            <a:r>
              <a:rPr lang="en-US" sz="1800" b="1" dirty="0">
                <a:ea typeface="+mn-lt"/>
                <a:cs typeface="+mn-lt"/>
              </a:rPr>
              <a:t>Existing System Vs Proposed </a:t>
            </a:r>
          </a:p>
          <a:p>
            <a:pPr>
              <a:lnSpc>
                <a:spcPct val="110000"/>
              </a:lnSpc>
              <a:spcBef>
                <a:spcPts val="1200"/>
              </a:spcBef>
              <a:spcAft>
                <a:spcPts val="0"/>
              </a:spcAft>
              <a:defRPr/>
            </a:pPr>
            <a:r>
              <a:rPr lang="en-US" sz="1800" b="1" dirty="0">
                <a:ea typeface="+mn-lt"/>
                <a:cs typeface="+mn-lt"/>
              </a:rPr>
              <a:t>Research Gaps </a:t>
            </a:r>
          </a:p>
          <a:p>
            <a:pPr>
              <a:lnSpc>
                <a:spcPct val="110000"/>
              </a:lnSpc>
              <a:spcBef>
                <a:spcPts val="1200"/>
              </a:spcBef>
              <a:spcAft>
                <a:spcPts val="0"/>
              </a:spcAft>
              <a:defRPr/>
            </a:pPr>
            <a:r>
              <a:rPr lang="en-US" sz="1800" b="1" dirty="0">
                <a:ea typeface="+mn-lt"/>
                <a:cs typeface="+mn-lt"/>
              </a:rPr>
              <a:t>Problem Statement</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Objectives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Outcomes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Software and Hardware Requirements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Architectural Diagram</a:t>
            </a:r>
            <a:endParaRPr lang="en-US" sz="1800" dirty="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a:ea typeface="+mn-lt"/>
                <a:cs typeface="+mn-lt"/>
              </a:rPr>
              <a:t>Proposed Methods and Algorithms </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Results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Research Paper (Acceptance Proofs)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Conclusion</a:t>
            </a: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p:txBody>
      </p:sp>
      <p:sp>
        <p:nvSpPr>
          <p:cNvPr id="5" name="Slide Number Placeholder 4">
            <a:extLst>
              <a:ext uri="{FF2B5EF4-FFF2-40B4-BE49-F238E27FC236}">
                <a16:creationId xmlns:a16="http://schemas.microsoft.com/office/drawing/2014/main" id="{A1A625E3-5C6C-47E5-A216-96E946FCDCF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C7A18A-CF2F-40C0-9C89-65D9A71130B3}" type="slidenum">
              <a:rPr lang="en-US" altLang="en-US">
                <a:solidFill>
                  <a:srgbClr val="898989"/>
                </a:solidFill>
              </a:rPr>
              <a:pPr/>
              <a:t>2</a:t>
            </a:fld>
            <a:endParaRPr lang="en-US" altLang="en-US">
              <a:solidFill>
                <a:srgbClr val="898989"/>
              </a:solidFill>
            </a:endParaRPr>
          </a:p>
        </p:txBody>
      </p:sp>
      <p:pic>
        <p:nvPicPr>
          <p:cNvPr id="4" name="Picture 3">
            <a:extLst>
              <a:ext uri="{FF2B5EF4-FFF2-40B4-BE49-F238E27FC236}">
                <a16:creationId xmlns:a16="http://schemas.microsoft.com/office/drawing/2014/main" id="{1CFCE242-E21F-4D18-A237-B7CA4E6562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 MINI PROJECT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FFB9-D3CC-44A9-9FC7-C2A67668EBD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Introduction</a:t>
            </a:r>
          </a:p>
        </p:txBody>
      </p:sp>
      <p:sp>
        <p:nvSpPr>
          <p:cNvPr id="3" name="Content Placeholder 2">
            <a:extLst>
              <a:ext uri="{FF2B5EF4-FFF2-40B4-BE49-F238E27FC236}">
                <a16:creationId xmlns:a16="http://schemas.microsoft.com/office/drawing/2014/main" id="{A815A160-9E89-4EFA-87F2-5AD9612AF7E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0" indent="0" fontAlgn="auto">
              <a:spcAft>
                <a:spcPts val="0"/>
              </a:spcAft>
              <a:buNone/>
              <a:defRPr/>
            </a:pPr>
            <a:br>
              <a:rPr lang="en-US" sz="1800" dirty="0"/>
            </a:br>
            <a:r>
              <a:rPr lang="en-US" sz="1800" dirty="0" err="1"/>
              <a:t>NeuroNimbus</a:t>
            </a:r>
            <a:r>
              <a:rPr lang="en-US" sz="1800" dirty="0"/>
              <a:t> is a cloud-powered AI-based system designed to assist individuals with memory impairments in reconstructing and managing their personal memories effectively. People suffering from cognitive disorders such as Alzheimer’s and dementia often face difficulties in recalling important events, recognizing people, and organizing daily information. Existing memory support systems are mostly manual and unstructured, which makes them repetitive, inefficient, and cognitively demanding for both patients and caregivers.</a:t>
            </a:r>
          </a:p>
          <a:p>
            <a:pPr marL="0" indent="0" algn="just" fontAlgn="auto">
              <a:spcAft>
                <a:spcPts val="0"/>
              </a:spcAft>
              <a:buNone/>
              <a:defRPr/>
            </a:pPr>
            <a:r>
              <a:rPr lang="en-US" sz="1800" dirty="0"/>
              <a:t>To overcome these limitations, </a:t>
            </a:r>
            <a:r>
              <a:rPr lang="en-US" sz="1800" dirty="0" err="1"/>
              <a:t>NeuroNimbus</a:t>
            </a:r>
            <a:r>
              <a:rPr lang="en-US" sz="1800" dirty="0"/>
              <a:t> provides an intelligent and automated solution where users can upload images along with descriptive captions. The system uses Natural Language Processing (NLP) techniques such as TF-IDF-based keyword extraction and similarity analysis to organize memories, eliminate duplicates, and categorize them into meaningful groups like people and events. With secure cloud storage and role-based access control, the system ensures scalable, structured, and anytime-anywhere access to memories, making it a practical and user-friendly digital</a:t>
            </a:r>
          </a:p>
        </p:txBody>
      </p:sp>
      <p:sp>
        <p:nvSpPr>
          <p:cNvPr id="5" name="Slide Number Placeholder 4">
            <a:extLst>
              <a:ext uri="{FF2B5EF4-FFF2-40B4-BE49-F238E27FC236}">
                <a16:creationId xmlns:a16="http://schemas.microsoft.com/office/drawing/2014/main" id="{8F18BBA2-811F-41E1-AEAF-A3557D1BE27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DEC69A3-0958-4FE2-B1B4-1106920B80C0}" type="slidenum">
              <a:rPr lang="en-US" altLang="en-US">
                <a:solidFill>
                  <a:srgbClr val="898989"/>
                </a:solidFill>
              </a:rPr>
              <a:pPr/>
              <a:t>3</a:t>
            </a:fld>
            <a:endParaRPr lang="en-US" altLang="en-US">
              <a:solidFill>
                <a:srgbClr val="898989"/>
              </a:solidFill>
            </a:endParaRPr>
          </a:p>
        </p:txBody>
      </p:sp>
      <p:pic>
        <p:nvPicPr>
          <p:cNvPr id="4" name="Picture 3">
            <a:extLst>
              <a:ext uri="{FF2B5EF4-FFF2-40B4-BE49-F238E27FC236}">
                <a16:creationId xmlns:a16="http://schemas.microsoft.com/office/drawing/2014/main" id="{B543C64E-E448-0AE8-AC06-C25391F172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2628900" y="6264275"/>
            <a:ext cx="3962400" cy="365125"/>
          </a:xfrm>
        </p:spPr>
        <p:txBody>
          <a:bodyPr/>
          <a:lstStyle/>
          <a:p>
            <a:pPr>
              <a:defRPr/>
            </a:pPr>
            <a:r>
              <a:rPr lang="en-US" dirty="0"/>
              <a:t>DEPARTMENT OF CSE : MINI PROJECT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Existing System Vs Proposed </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4</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9906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fontAlgn="auto">
              <a:spcAft>
                <a:spcPts val="0"/>
              </a:spcAft>
              <a:buNone/>
              <a:defRPr/>
            </a:pPr>
            <a:br>
              <a:rPr lang="en-US" sz="1800" dirty="0"/>
            </a:br>
            <a:r>
              <a:rPr lang="en-US" sz="1800" dirty="0"/>
              <a:t>Existing memory support systems primarily rely on manual methods such as notebooks, photo albums, or basic digital storage, where memories are stored without proper organization or automation. Some advanced systems use deep learning techniques like CNNs and transformers for face recognition or voice-based interaction, but these approaches are computationally expensive, hardware-dependent, and not focused on text-based memory reconstruction. As a result, they often lack efficient memory organization, redundancy control, and ease of access, making them less practical for everyday use by patients and caregivers.</a:t>
            </a:r>
          </a:p>
          <a:p>
            <a:pPr marL="0" indent="0" fontAlgn="auto">
              <a:spcAft>
                <a:spcPts val="0"/>
              </a:spcAft>
              <a:buNone/>
              <a:defRPr/>
            </a:pPr>
            <a:r>
              <a:rPr lang="en-US" sz="1800" dirty="0"/>
              <a:t>In contrast, the proposed system, </a:t>
            </a:r>
            <a:r>
              <a:rPr lang="en-US" sz="1800" dirty="0" err="1"/>
              <a:t>NeuroNimbus</a:t>
            </a:r>
            <a:r>
              <a:rPr lang="en-US" sz="1800" dirty="0"/>
              <a:t>, provides a lightweight and intelligent solution using Natural Language Processing (NLP) techniques to automatically extract keywords, organize memories, and detect duplicates. It focuses on text-based memory reconstruction, eliminating the need for complex hardware while ensuring simplicity and efficiency. The system also integrates cloud storage and role-based access control, enabling secure, scalable, and anytime-anywhere access to structured memories. This makes </a:t>
            </a:r>
            <a:r>
              <a:rPr lang="en-US" sz="1800" dirty="0" err="1"/>
              <a:t>NeuroNimbus</a:t>
            </a:r>
            <a:r>
              <a:rPr lang="en-US" sz="1800" dirty="0"/>
              <a:t> more user-friendly, cost-effective, and suitable for real-world cognitive support applications.</a:t>
            </a:r>
            <a:endParaRPr lang="en-US" sz="1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Research Gaps</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5</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fontAlgn="auto">
              <a:spcAft>
                <a:spcPts val="0"/>
              </a:spcAft>
              <a:buNone/>
              <a:defRPr/>
            </a:pPr>
            <a:br>
              <a:rPr lang="en-US" sz="1800" dirty="0"/>
            </a:br>
            <a:r>
              <a:rPr lang="en-US" sz="1800" dirty="0"/>
              <a:t>Most of the existing research in memory support systems focuses only on specific features like face recognition, voice interaction, or basic text processing. Many systems either depend on manual methods of storing memories or use complex deep learning models that require high computational power. Because of this, they are not suitable for environments with limited resources. Also, these systems do not automatically organize memories properly, do not handle duplicate data efficiently, and do not fully understand the meaning of user-provided text, which makes the stored data unstructured and difficult to manage.</a:t>
            </a:r>
            <a:br>
              <a:rPr lang="en-US" sz="1800" dirty="0"/>
            </a:br>
            <a:br>
              <a:rPr lang="en-US" sz="1800" dirty="0"/>
            </a:br>
            <a:r>
              <a:rPr lang="en-US" sz="1800" dirty="0"/>
              <a:t>So, there is a need for a simple and effective system that combines all important features in one place. Current solutions do not integrate keyword extraction, duplicate detection, proper categorization, and secure cloud storage together. They also do not focus much on user-friendliness, especially for both patients and caregivers. Hence, there is a clear gap for a system like </a:t>
            </a:r>
            <a:r>
              <a:rPr lang="en-US" sz="1800" dirty="0" err="1"/>
              <a:t>NeuroNimbus</a:t>
            </a:r>
            <a:r>
              <a:rPr lang="en-US" sz="1800" dirty="0"/>
              <a:t> that is lightweight, easy to use, and capable of organizing and managing memories intelligently using NLP and cloud technology.</a:t>
            </a: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spTree>
    <p:extLst>
      <p:ext uri="{BB962C8B-B14F-4D97-AF65-F5344CB8AC3E}">
        <p14:creationId xmlns:p14="http://schemas.microsoft.com/office/powerpoint/2010/main" val="27865790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Problem Statement</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6</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fontAlgn="auto">
              <a:spcAft>
                <a:spcPts val="0"/>
              </a:spcAft>
              <a:buNone/>
              <a:defRPr/>
            </a:pPr>
            <a:br>
              <a:rPr lang="en-US" sz="1800" dirty="0"/>
            </a:br>
            <a:r>
              <a:rPr lang="en-US" sz="1800" dirty="0"/>
              <a:t>People with memory impairments, such as those suffering from Alzheimer’s or dementia, often find it difficult to remember important events, recognize people, and manage daily information. Existing memory support systems are either manual, unorganized, or too complex, which makes them difficult to use for both patients and caregivers. These systems do not provide proper structure, intelligent processing, or easy retrieval of stored memories, leading to confusion and increased dependency on others.</a:t>
            </a:r>
            <a:br>
              <a:rPr lang="en-US" sz="1800" dirty="0"/>
            </a:br>
            <a:br>
              <a:rPr lang="en-US" sz="1800" dirty="0"/>
            </a:br>
            <a:r>
              <a:rPr lang="en-US" sz="1800" dirty="0"/>
              <a:t>Therefore, there is a need to develop a simple, intelligent, and user-friendly system that can automatically organize and manage memories. The system should be able to extract meaningful information from user inputs, remove duplicate data, categorize memories effectively, and provide secure and easy access through cloud technology. It should also ensure scalability and ease of use so that both patients and caregivers can interact with it comfortably. This will help improve memory recall, reduce caregiver burden, and make memory management more efficient and accessible.</a:t>
            </a: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357155126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4ACF-E93E-429C-B571-59A1E5F854AE}"/>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Proposed Project Objectives</a:t>
            </a:r>
          </a:p>
        </p:txBody>
      </p:sp>
      <p:sp>
        <p:nvSpPr>
          <p:cNvPr id="3" name="Content Placeholder 2">
            <a:extLst>
              <a:ext uri="{FF2B5EF4-FFF2-40B4-BE49-F238E27FC236}">
                <a16:creationId xmlns:a16="http://schemas.microsoft.com/office/drawing/2014/main" id="{0F718A44-8ABC-42DF-9BB1-E9A15FE0BCFB}"/>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spcAft>
                <a:spcPts val="0"/>
              </a:spcAft>
              <a:defRPr/>
            </a:pPr>
            <a:endParaRPr lang="en-US" sz="2500" dirty="0"/>
          </a:p>
          <a:p>
            <a:r>
              <a:rPr lang="en-US" sz="1800" dirty="0"/>
              <a:t>Enhance memory clarity by extracting important keywords from captions using NLP techniques.</a:t>
            </a:r>
          </a:p>
          <a:p>
            <a:r>
              <a:rPr lang="en-US" sz="1800" dirty="0"/>
              <a:t>Improve memory accessibility by enabling efficient search and retrieval based on keywords, people, and events.</a:t>
            </a:r>
          </a:p>
          <a:p>
            <a:r>
              <a:rPr lang="en-US" sz="1800" dirty="0"/>
              <a:t>Organize memories into structured categories such as person-based and event-based groups.</a:t>
            </a:r>
          </a:p>
          <a:p>
            <a:r>
              <a:rPr lang="en-US" sz="1800" dirty="0"/>
              <a:t>Detect and eliminate duplicate or similar memories to maintain a clean and consistent repository.</a:t>
            </a:r>
          </a:p>
          <a:p>
            <a:r>
              <a:rPr lang="en-US" sz="1800" dirty="0"/>
              <a:t>Provide secure cloud-based storage for anytime, anywhere access to memories.</a:t>
            </a:r>
          </a:p>
          <a:p>
            <a:r>
              <a:rPr lang="en-US" sz="1800" dirty="0"/>
              <a:t>Implement role-based access control to ensure separate and safe access for patients and caregivers.</a:t>
            </a:r>
          </a:p>
          <a:p>
            <a:r>
              <a:rPr lang="en-US" sz="1800" dirty="0"/>
              <a:t>Develop a lightweight and user-friendly system suitable for real-world cognitive support applications.</a:t>
            </a:r>
          </a:p>
          <a:p>
            <a:pPr fontAlgn="auto">
              <a:spcAft>
                <a:spcPts val="0"/>
              </a:spcAft>
              <a:defRPr/>
            </a:pPr>
            <a:endParaRPr lang="en-US" sz="2500" dirty="0"/>
          </a:p>
        </p:txBody>
      </p:sp>
      <p:sp>
        <p:nvSpPr>
          <p:cNvPr id="5" name="Slide Number Placeholder 4">
            <a:extLst>
              <a:ext uri="{FF2B5EF4-FFF2-40B4-BE49-F238E27FC236}">
                <a16:creationId xmlns:a16="http://schemas.microsoft.com/office/drawing/2014/main" id="{4F44F6A7-E80B-4C13-8FAA-7BE38155FAB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C13DFD-FA58-48AD-B109-2C30D8D6F058}" type="slidenum">
              <a:rPr lang="en-US" altLang="en-US">
                <a:solidFill>
                  <a:srgbClr val="898989"/>
                </a:solidFill>
              </a:rPr>
              <a:pPr/>
              <a:t>7</a:t>
            </a:fld>
            <a:endParaRPr lang="en-US" altLang="en-US">
              <a:solidFill>
                <a:srgbClr val="898989"/>
              </a:solidFill>
            </a:endParaRPr>
          </a:p>
        </p:txBody>
      </p:sp>
      <p:pic>
        <p:nvPicPr>
          <p:cNvPr id="4" name="Picture 3">
            <a:extLst>
              <a:ext uri="{FF2B5EF4-FFF2-40B4-BE49-F238E27FC236}">
                <a16:creationId xmlns:a16="http://schemas.microsoft.com/office/drawing/2014/main" id="{24D567A5-0A6B-AFA0-3540-53A824978C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Proposed Project Outcomes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pPr marL="0" indent="0">
              <a:buNone/>
            </a:pPr>
            <a:br>
              <a:rPr lang="en-US" sz="1800" dirty="0"/>
            </a:br>
            <a:r>
              <a:rPr lang="en-US" sz="1800" dirty="0"/>
              <a:t>The proposed </a:t>
            </a:r>
            <a:r>
              <a:rPr lang="en-US" sz="1800" dirty="0" err="1"/>
              <a:t>NeuroNimbus</a:t>
            </a:r>
            <a:r>
              <a:rPr lang="en-US" sz="1800" dirty="0"/>
              <a:t> system successfully transforms unstructured memory data into a well-organized and meaningful format using NLP techniques. It automatically extracts important keywords from captions, making it easier for users to quickly understand and recall memories. The system effectively categorizes memories into person-based and event-based groups, improving navigation and accessibility. It also detects and removes duplicate or similar entries using similarity analysis, ensuring a clean and consistent memory repository.</a:t>
            </a:r>
            <a:br>
              <a:rPr lang="en-US" sz="1800" dirty="0"/>
            </a:br>
            <a:endParaRPr lang="en-US" sz="1800" dirty="0"/>
          </a:p>
          <a:p>
            <a:pPr marL="0" indent="0">
              <a:buNone/>
            </a:pPr>
            <a:r>
              <a:rPr lang="en-US" sz="1800" dirty="0"/>
              <a:t>With cloud integration, the system provides secure storage and allows users to access memories anytime and from anywhere. The role-based access control ensures safe and controlled interaction for both patients and caregivers. Overall, the system improves memory organization, reduces caregiver effort, and demonstrates the practical use of AI, NLP, and cloud computing in real-world memory assistance applications.</a:t>
            </a:r>
          </a:p>
          <a:p>
            <a:pPr marL="0" indent="0">
              <a:buNone/>
            </a:pPr>
            <a:endParaRPr lang="en-US" dirty="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a:pPr/>
              <a:t>8</a:t>
            </a:fld>
            <a:endParaRPr lang="en-US"/>
          </a:p>
        </p:txBody>
      </p:sp>
      <p:pic>
        <p:nvPicPr>
          <p:cNvPr id="6" name="Picture 5">
            <a:extLst>
              <a:ext uri="{FF2B5EF4-FFF2-40B4-BE49-F238E27FC236}">
                <a16:creationId xmlns:a16="http://schemas.microsoft.com/office/drawing/2014/main" id="{DCE2FDDD-2424-0E7F-DD96-199FAF1E2F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Software and Hardware Requirements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r>
              <a:rPr lang="en-IN" sz="1800" b="1" dirty="0"/>
              <a:t>Hardware Requirements:</a:t>
            </a:r>
            <a:endParaRPr lang="en-IN" sz="1800" dirty="0"/>
          </a:p>
          <a:p>
            <a:r>
              <a:rPr lang="en-IN" sz="1800" dirty="0"/>
              <a:t>Processor: Intel i3 or higher</a:t>
            </a:r>
            <a:br>
              <a:rPr lang="en-IN" sz="1800" dirty="0"/>
            </a:br>
            <a:r>
              <a:rPr lang="en-IN" sz="1800" dirty="0"/>
              <a:t>RAM: Minimum 4 GB</a:t>
            </a:r>
            <a:br>
              <a:rPr lang="en-IN" sz="1800" dirty="0"/>
            </a:br>
            <a:r>
              <a:rPr lang="en-IN" sz="1800" dirty="0"/>
              <a:t>Storage: At least 10 GB free space</a:t>
            </a:r>
            <a:br>
              <a:rPr lang="en-IN" sz="1800" dirty="0"/>
            </a:br>
            <a:r>
              <a:rPr lang="en-IN" sz="1800" dirty="0"/>
              <a:t>Internet: Required for cloud access</a:t>
            </a:r>
            <a:br>
              <a:rPr lang="en-IN" sz="1800" dirty="0"/>
            </a:br>
            <a:r>
              <a:rPr lang="en-IN" sz="1800" dirty="0"/>
              <a:t>Input Devices: Keyboard and Mouse</a:t>
            </a:r>
            <a:br>
              <a:rPr lang="en-IN" sz="1800" dirty="0"/>
            </a:br>
            <a:r>
              <a:rPr lang="en-IN" sz="1800" dirty="0"/>
              <a:t>Display: Standard monitor</a:t>
            </a:r>
          </a:p>
          <a:p>
            <a:r>
              <a:rPr lang="en-IN" sz="1800" b="1" dirty="0"/>
              <a:t>Software Requirements:</a:t>
            </a:r>
            <a:endParaRPr lang="en-IN" sz="1800" dirty="0"/>
          </a:p>
          <a:p>
            <a:r>
              <a:rPr lang="en-IN" sz="1800" dirty="0"/>
              <a:t>Operating System: Windows or Linux</a:t>
            </a:r>
            <a:br>
              <a:rPr lang="en-IN" sz="1800" dirty="0"/>
            </a:br>
            <a:r>
              <a:rPr lang="en-IN" sz="1800" dirty="0"/>
              <a:t>Programming Language: Python</a:t>
            </a:r>
            <a:br>
              <a:rPr lang="en-IN" sz="1800" dirty="0"/>
            </a:br>
            <a:r>
              <a:rPr lang="en-IN" sz="1800" dirty="0"/>
              <a:t>Web Technologies: HTML, CSS, JavaScript</a:t>
            </a:r>
            <a:br>
              <a:rPr lang="en-IN" sz="1800" dirty="0"/>
            </a:br>
            <a:r>
              <a:rPr lang="en-IN" sz="1800" dirty="0"/>
              <a:t>NLP Libraries: NLTK or </a:t>
            </a:r>
            <a:r>
              <a:rPr lang="en-IN" sz="1800" dirty="0" err="1"/>
              <a:t>spaCy</a:t>
            </a:r>
            <a:br>
              <a:rPr lang="en-IN" sz="1800" dirty="0"/>
            </a:br>
            <a:r>
              <a:rPr lang="en-IN" sz="1800" dirty="0"/>
              <a:t>Machine Learning Libraries: Scikit-learn</a:t>
            </a:r>
            <a:br>
              <a:rPr lang="en-IN" sz="1800" dirty="0"/>
            </a:br>
            <a:r>
              <a:rPr lang="en-IN" sz="1800" dirty="0"/>
              <a:t>Database: Firebase or MongoDB</a:t>
            </a:r>
            <a:br>
              <a:rPr lang="en-IN" sz="1800" dirty="0"/>
            </a:br>
            <a:r>
              <a:rPr lang="en-IN" sz="1800" dirty="0"/>
              <a:t>Cloud Platform: Google Cloud</a:t>
            </a:r>
            <a:br>
              <a:rPr lang="en-IN" sz="1800" dirty="0"/>
            </a:br>
            <a:r>
              <a:rPr lang="en-IN" sz="1800" dirty="0"/>
              <a:t>Development Tools: VS Code</a:t>
            </a:r>
          </a:p>
          <a:p>
            <a:pPr>
              <a:buNone/>
            </a:pPr>
            <a:endParaRPr lang="en-US" sz="2800" dirty="0"/>
          </a:p>
        </p:txBody>
      </p:sp>
      <p:sp>
        <p:nvSpPr>
          <p:cNvPr id="5" name="Slide Number Placeholder 4"/>
          <p:cNvSpPr>
            <a:spLocks noGrp="1"/>
          </p:cNvSpPr>
          <p:nvPr>
            <p:ph type="sldNum" sz="quarter" idx="12"/>
          </p:nvPr>
        </p:nvSpPr>
        <p:spPr/>
        <p:txBody>
          <a:bodyPr/>
          <a:lstStyle/>
          <a:p>
            <a:fld id="{B6F15528-21DE-4FAA-801E-634DDDAF4B2B}" type="slidenum">
              <a:rPr lang="en-US"/>
              <a:pPr/>
              <a:t>9</a:t>
            </a:fld>
            <a:endParaRPr lang="en-US"/>
          </a:p>
        </p:txBody>
      </p:sp>
      <p:pic>
        <p:nvPicPr>
          <p:cNvPr id="6" name="Picture 5">
            <a:extLst>
              <a:ext uri="{FF2B5EF4-FFF2-40B4-BE49-F238E27FC236}">
                <a16:creationId xmlns:a16="http://schemas.microsoft.com/office/drawing/2014/main" id="{0AC52FED-457C-B8CE-592D-306D226723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824" y="272283"/>
            <a:ext cx="7638305" cy="611161"/>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Architectural Diagram</a:t>
            </a:r>
          </a:p>
        </p:txBody>
      </p:sp>
      <p:sp>
        <p:nvSpPr>
          <p:cNvPr id="5" name="Slide Number Placeholder 4"/>
          <p:cNvSpPr>
            <a:spLocks noGrp="1"/>
          </p:cNvSpPr>
          <p:nvPr>
            <p:ph type="sldNum" sz="quarter" idx="12"/>
          </p:nvPr>
        </p:nvSpPr>
        <p:spPr>
          <a:xfrm>
            <a:off x="7010400" y="6492875"/>
            <a:ext cx="2133600" cy="365125"/>
          </a:xfrm>
        </p:spPr>
        <p:txBody>
          <a:bodyPr/>
          <a:lstStyle/>
          <a:p>
            <a:fld id="{B6F15528-21DE-4FAA-801E-634DDDAF4B2B}" type="slidenum">
              <a:rPr lang="en-US"/>
              <a:pPr/>
              <a:t>10</a:t>
            </a:fld>
            <a:endParaRPr lang="en-US"/>
          </a:p>
        </p:txBody>
      </p:sp>
      <p:sp>
        <p:nvSpPr>
          <p:cNvPr id="34" name="Content Placeholder 33"/>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6A6DD126-8543-7714-EE4A-27D656E670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7" name="Picture 6">
            <a:extLst>
              <a:ext uri="{FF2B5EF4-FFF2-40B4-BE49-F238E27FC236}">
                <a16:creationId xmlns:a16="http://schemas.microsoft.com/office/drawing/2014/main" id="{566DD7E5-7BD2-9FCA-83BC-66DC2270CFC3}"/>
              </a:ext>
            </a:extLst>
          </p:cNvPr>
          <p:cNvPicPr>
            <a:picLocks noChangeAspect="1"/>
          </p:cNvPicPr>
          <p:nvPr/>
        </p:nvPicPr>
        <p:blipFill>
          <a:blip r:embed="rId3"/>
          <a:stretch>
            <a:fillRect/>
          </a:stretch>
        </p:blipFill>
        <p:spPr>
          <a:xfrm>
            <a:off x="2286000" y="1295400"/>
            <a:ext cx="4572000" cy="4968875"/>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11</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fontAlgn="auto">
              <a:spcAft>
                <a:spcPts val="0"/>
              </a:spcAft>
              <a:buNone/>
              <a:defRPr/>
            </a:pPr>
            <a:br>
              <a:rPr lang="en-US" sz="1800" dirty="0"/>
            </a:br>
            <a:r>
              <a:rPr lang="en-US" sz="1800" dirty="0"/>
              <a:t>The proposed method in </a:t>
            </a:r>
            <a:r>
              <a:rPr lang="en-US" sz="1800" dirty="0" err="1"/>
              <a:t>NeuroNimbus</a:t>
            </a:r>
            <a:r>
              <a:rPr lang="en-US" sz="1800" dirty="0"/>
              <a:t> follows a structured workflow to convert unorganized memory data into a meaningful and searchable format. The process begins when a caregiver uploads an image along with a descriptive caption. The system validates the input and associates it with a specific patient. The caption is then processed using Natural Language Processing (NLP) techniques such as text preprocessing, which includes lowercasing, tokenization, and removal of stop words. After preprocessing, important keywords are extracted and the text is converted into numerical form for further analysis. The system then checks for similarity with existing memories to avoid duplicates and finally stores the processed data in the cloud, where it can be easily accessed and retrieved.</a:t>
            </a:r>
            <a:br>
              <a:rPr lang="en-US" sz="1800" dirty="0"/>
            </a:br>
            <a:br>
              <a:rPr lang="en-US" sz="1800" dirty="0"/>
            </a:br>
            <a:r>
              <a:rPr lang="en-US" sz="1800" dirty="0"/>
              <a:t>The main algorithms used in the system include TF-IDF (Term Frequency–Inverse Document Frequency) for keyword extraction and feature representation, and Cosine Similarity for detecting duplicate or similar memory entries. TF-IDF helps in identifying important words in the caption by giving higher weight to significant terms, while Cosine Similarity compares memory vectors to find similarities between entries. These algorithms are lightweight, efficient, and suitable for real-time applications, making the system scalable and practical for memory reconstruction and management.</a:t>
            </a: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75962246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Results</a:t>
            </a:r>
          </a:p>
        </p:txBody>
      </p:sp>
      <p:sp>
        <p:nvSpPr>
          <p:cNvPr id="5" name="Slide Number Placeholder 4"/>
          <p:cNvSpPr>
            <a:spLocks noGrp="1"/>
          </p:cNvSpPr>
          <p:nvPr>
            <p:ph type="sldNum" sz="quarter" idx="12"/>
          </p:nvPr>
        </p:nvSpPr>
        <p:spPr/>
        <p:txBody>
          <a:bodyPr/>
          <a:lstStyle/>
          <a:p>
            <a:fld id="{B6F15528-21DE-4FAA-801E-634DDDAF4B2B}" type="slidenum">
              <a:rPr lang="en-US"/>
              <a:pPr/>
              <a:t>12</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9"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br>
              <a:rPr lang="en-US" sz="1800" dirty="0"/>
            </a:br>
            <a:r>
              <a:rPr lang="en-US" sz="1800" dirty="0"/>
              <a:t>The results of the </a:t>
            </a:r>
            <a:r>
              <a:rPr lang="en-US" sz="1800" dirty="0" err="1"/>
              <a:t>NeuroNimbus</a:t>
            </a:r>
            <a:r>
              <a:rPr lang="en-US" sz="1800" dirty="0"/>
              <a:t> system show that it performs effectively in organizing and managing memory data. The keyword extraction module was able to identify important terms from user provided captions, helping in better understanding and quick recall of memories. The memory categorization module successfully grouped memories into person-based and event-based categories, making navigation and retrieval easier for users.</a:t>
            </a:r>
          </a:p>
          <a:p>
            <a:pPr marL="0" indent="0">
              <a:buNone/>
            </a:pPr>
            <a:br>
              <a:rPr lang="en-US" sz="1800" dirty="0"/>
            </a:br>
            <a:r>
              <a:rPr lang="en-US" sz="1800" dirty="0"/>
              <a:t>The duplicate detection module achieved high accuracy by identifying and avoiding repeated or similar memory entries, ensuring a clean and consistent database. Overall, the system achieved an average functional accuracy of around 90%, indicating reliable performance across all modules. The cloud integration also worked smoothly, providing secure storage, stable synchronization, and easy access to memories anytime, which demonstrates the practical usability of the system in real-world scenarios.</a:t>
            </a:r>
          </a:p>
          <a:p>
            <a:pPr marL="0" indent="0" fontAlgn="auto">
              <a:spcAft>
                <a:spcPts val="0"/>
              </a:spcAft>
              <a:buNone/>
              <a:defRPr/>
            </a:pPr>
            <a:endParaRPr lang="en-US" sz="2800" dirty="0"/>
          </a:p>
        </p:txBody>
      </p:sp>
      <p:sp>
        <p:nvSpPr>
          <p:cNvPr id="10"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172966090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Research Paper (Acceptance Proof)</a:t>
            </a:r>
          </a:p>
        </p:txBody>
      </p:sp>
      <p:sp>
        <p:nvSpPr>
          <p:cNvPr id="5" name="Slide Number Placeholder 4"/>
          <p:cNvSpPr>
            <a:spLocks noGrp="1"/>
          </p:cNvSpPr>
          <p:nvPr>
            <p:ph type="sldNum" sz="quarter" idx="12"/>
          </p:nvPr>
        </p:nvSpPr>
        <p:spPr/>
        <p:txBody>
          <a:bodyPr/>
          <a:lstStyle/>
          <a:p>
            <a:fld id="{B6F15528-21DE-4FAA-801E-634DDDAF4B2B}" type="slidenum">
              <a:rPr lang="en-US"/>
              <a:pPr/>
              <a:t>13</a:t>
            </a:fld>
            <a:endParaRPr lang="en-US"/>
          </a:p>
        </p:txBody>
      </p:sp>
      <p:pic>
        <p:nvPicPr>
          <p:cNvPr id="6" name="Content Placeholder 5">
            <a:extLst>
              <a:ext uri="{FF2B5EF4-FFF2-40B4-BE49-F238E27FC236}">
                <a16:creationId xmlns:a16="http://schemas.microsoft.com/office/drawing/2014/main" id="{7018235C-40B3-2F14-873F-C1CC9B307D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232077" y="1600200"/>
            <a:ext cx="2679846"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12" name="Picture 11">
            <a:extLst>
              <a:ext uri="{FF2B5EF4-FFF2-40B4-BE49-F238E27FC236}">
                <a16:creationId xmlns:a16="http://schemas.microsoft.com/office/drawing/2014/main" id="{432B729F-274F-ED5E-DC79-9ECA9F258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1671" y="1295400"/>
            <a:ext cx="4060658" cy="5181600"/>
          </a:xfrm>
          <a:prstGeom prst="rect">
            <a:avLst/>
          </a:prstGeom>
        </p:spPr>
      </p:pic>
    </p:spTree>
    <p:extLst>
      <p:ext uri="{BB962C8B-B14F-4D97-AF65-F5344CB8AC3E}">
        <p14:creationId xmlns:p14="http://schemas.microsoft.com/office/powerpoint/2010/main" val="239576142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Conclusion</a:t>
            </a:r>
          </a:p>
        </p:txBody>
      </p:sp>
      <p:sp>
        <p:nvSpPr>
          <p:cNvPr id="5" name="Slide Number Placeholder 4"/>
          <p:cNvSpPr>
            <a:spLocks noGrp="1"/>
          </p:cNvSpPr>
          <p:nvPr>
            <p:ph type="sldNum" sz="quarter" idx="12"/>
          </p:nvPr>
        </p:nvSpPr>
        <p:spPr/>
        <p:txBody>
          <a:bodyPr/>
          <a:lstStyle/>
          <a:p>
            <a:fld id="{B6F15528-21DE-4FAA-801E-634DDDAF4B2B}" type="slidenum">
              <a:rPr lang="en-US"/>
              <a:pPr/>
              <a:t>14</a:t>
            </a:fld>
            <a:endParaRPr lang="en-US"/>
          </a:p>
        </p:txBody>
      </p:sp>
      <p:sp>
        <p:nvSpPr>
          <p:cNvPr id="8" name="Content Placeholder 7"/>
          <p:cNvSpPr>
            <a:spLocks noGrp="1"/>
          </p:cNvSpPr>
          <p:nvPr>
            <p:ph idx="1"/>
          </p:nvPr>
        </p:nvSpPr>
        <p:spPr/>
        <p:txBody>
          <a:bodyPr/>
          <a:lstStyle/>
          <a:p>
            <a:pPr marL="0" indent="0">
              <a:buNone/>
            </a:pPr>
            <a:r>
              <a:rPr lang="en-US" sz="1800" dirty="0"/>
              <a:t>In conclusion, </a:t>
            </a:r>
            <a:r>
              <a:rPr lang="en-US" sz="1800" dirty="0" err="1"/>
              <a:t>NeuroNimbus</a:t>
            </a:r>
            <a:r>
              <a:rPr lang="en-US" sz="1800" dirty="0"/>
              <a:t> presents an effective and practical solution for digital memory reconstruction by combining AI, Natural Language Processing, and cloud computing. The system successfully transforms unstructured memory data into an organized and meaningful format, making it easier for users to store, access, and recall important information. Features such as keyword extraction, memory categorization, and duplicate detection improve the overall efficiency and usability of the system.</a:t>
            </a:r>
          </a:p>
          <a:p>
            <a:pPr marL="0" indent="0">
              <a:buNone/>
            </a:pPr>
            <a:br>
              <a:rPr lang="en-US" sz="1800" dirty="0"/>
            </a:br>
            <a:r>
              <a:rPr lang="en-US" sz="1800" dirty="0"/>
              <a:t>The lightweight design of the system makes it suitable for real-world applications, especially in environments with limited resources. With secure cloud storage and role-based access, </a:t>
            </a:r>
            <a:r>
              <a:rPr lang="en-US" sz="1800" dirty="0" err="1"/>
              <a:t>NeuroNimbus</a:t>
            </a:r>
            <a:r>
              <a:rPr lang="en-US" sz="1800" dirty="0"/>
              <a:t> ensures safe and convenient memory management for both patients and caregivers. Overall, the project demonstrates how intelligent technologies can be used to support individuals with memory impairments and improve their quality of life.</a:t>
            </a:r>
          </a:p>
          <a:p>
            <a:pPr marL="0" indent="0">
              <a:buNone/>
            </a:pPr>
            <a:endParaRPr lang="en-US" dirty="0"/>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34456929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DA53F-B02D-4760-90B7-DB325626B21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fontAlgn="auto">
              <a:spcAft>
                <a:spcPts val="0"/>
              </a:spcAft>
              <a:buFont typeface="Arial" panose="020B0604020202020204" pitchFamily="34" charset="0"/>
              <a:buNone/>
              <a:defRPr/>
            </a:pPr>
            <a:endParaRPr lang="en-US" sz="3600" b="1" dirty="0"/>
          </a:p>
          <a:p>
            <a:pPr marL="514350" indent="-514350" fontAlgn="auto">
              <a:spcAft>
                <a:spcPts val="0"/>
              </a:spcAft>
              <a:buFont typeface="Arial" panose="020B0604020202020204" pitchFamily="34" charset="0"/>
              <a:buNone/>
              <a:defRPr/>
            </a:pPr>
            <a:endParaRPr lang="en-US" sz="2800" b="1" dirty="0"/>
          </a:p>
          <a:p>
            <a:pPr marL="514350" indent="-514350" fontAlgn="auto">
              <a:spcAft>
                <a:spcPts val="0"/>
              </a:spcAft>
              <a:buFont typeface="Arial" panose="020B0604020202020204" pitchFamily="34" charset="0"/>
              <a:buNone/>
              <a:defRPr/>
            </a:pPr>
            <a:endParaRPr lang="en-US" sz="2800" b="1" dirty="0"/>
          </a:p>
          <a:p>
            <a:pPr marL="514350" indent="-514350" algn="ctr" fontAlgn="auto">
              <a:spcAft>
                <a:spcPts val="0"/>
              </a:spcAft>
              <a:buFont typeface="Arial" panose="020B0604020202020204" pitchFamily="34" charset="0"/>
              <a:buNone/>
              <a:defRPr/>
            </a:pPr>
            <a:endParaRPr lang="en-US" b="1" dirty="0"/>
          </a:p>
          <a:p>
            <a:pPr marL="514350" indent="-514350" algn="ctr" fontAlgn="auto">
              <a:spcAft>
                <a:spcPts val="0"/>
              </a:spcAft>
              <a:buFont typeface="Arial" panose="020B0604020202020204" pitchFamily="34" charset="0"/>
              <a:buNone/>
              <a:defRPr/>
            </a:pPr>
            <a:r>
              <a:rPr lang="en-US" sz="4400" b="1" dirty="0"/>
              <a:t>Thank You</a:t>
            </a:r>
          </a:p>
          <a:p>
            <a:pPr marL="514350" indent="-514350" fontAlgn="auto">
              <a:spcAft>
                <a:spcPts val="0"/>
              </a:spcAft>
              <a:buFont typeface="Arial" panose="020B0604020202020204" pitchFamily="34" charset="0"/>
              <a:buNone/>
              <a:defRPr/>
            </a:pPr>
            <a:endParaRPr lang="en-US" sz="2800" b="1" dirty="0"/>
          </a:p>
        </p:txBody>
      </p:sp>
      <p:sp>
        <p:nvSpPr>
          <p:cNvPr id="5" name="Slide Number Placeholder 4">
            <a:extLst>
              <a:ext uri="{FF2B5EF4-FFF2-40B4-BE49-F238E27FC236}">
                <a16:creationId xmlns:a16="http://schemas.microsoft.com/office/drawing/2014/main" id="{899BB240-5782-410E-A3EF-F343719E425C}"/>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18D7D88-921A-4D31-AE25-21776C2970CA}" type="slidenum">
              <a:rPr lang="en-US" altLang="en-US" dirty="0">
                <a:solidFill>
                  <a:srgbClr val="898989"/>
                </a:solidFill>
              </a:rPr>
              <a:pPr/>
              <a:t>15</a:t>
            </a:fld>
            <a:endParaRPr lang="en-US" altLang="en-US" dirty="0">
              <a:solidFill>
                <a:srgbClr val="898989"/>
              </a:solidFill>
            </a:endParaRPr>
          </a:p>
        </p:txBody>
      </p:sp>
      <p:pic>
        <p:nvPicPr>
          <p:cNvPr id="2" name="Picture 1">
            <a:extLst>
              <a:ext uri="{FF2B5EF4-FFF2-40B4-BE49-F238E27FC236}">
                <a16:creationId xmlns:a16="http://schemas.microsoft.com/office/drawing/2014/main" id="{11BAED27-1BF6-0E39-B7FC-495FE68C4C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1945" y="136525"/>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2763</TotalTime>
  <Words>1844</Words>
  <Application>Microsoft Office PowerPoint</Application>
  <PresentationFormat>On-screen Show (4:3)</PresentationFormat>
  <Paragraphs>115</Paragraphs>
  <Slides>15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Arial,Sans-Serif</vt:lpstr>
      <vt:lpstr>Calibri</vt:lpstr>
      <vt:lpstr>Office Theme</vt:lpstr>
      <vt:lpstr>    DEPARTMENT OF COMPUTER SCIENCE AND ENGINEERING  </vt:lpstr>
      <vt:lpstr>Mini Project Outlines</vt:lpstr>
      <vt:lpstr>Introduction</vt:lpstr>
      <vt:lpstr>Existing System Vs Proposed </vt:lpstr>
      <vt:lpstr>Research Gaps</vt:lpstr>
      <vt:lpstr>Problem Statement</vt:lpstr>
      <vt:lpstr>Proposed Project Objectives</vt:lpstr>
      <vt:lpstr>Proposed Project Outcomes</vt:lpstr>
      <vt:lpstr>Software and Hardware Requirements</vt:lpstr>
      <vt:lpstr>Architectural Diagram</vt:lpstr>
      <vt:lpstr>PROPOSED METHOD AND ALGORITHMS</vt:lpstr>
      <vt:lpstr>Results</vt:lpstr>
      <vt:lpstr>Research Paper (Acceptance Proof)</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Eesha .</cp:lastModifiedBy>
  <cp:revision>527</cp:revision>
  <dcterms:created xsi:type="dcterms:W3CDTF">2006-08-16T00:00:00Z</dcterms:created>
  <dcterms:modified xsi:type="dcterms:W3CDTF">2026-06-15T18:19:13Z</dcterms:modified>
</cp:coreProperties>
</file>